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项目目标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实现一款基本可用的数据备份软件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支持目录树备份和数据还原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覆盖打包、压缩、加密、元数据、筛选、图形界面等扩展功能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提供构建脚本、源码和实验文档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需求分析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基础功能：将源目录保存到指定归档文件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基础功能：从归档恢复到指定目标目录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可用性：命令行参数清晰，错误信息明确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健壮性：处理错误密码、损坏归档、路径逃逸和覆盖冲突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功能实现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backup：递归扫描源目录并生成 .sdb 归档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restore：校验归档并恢复目录、文件和元数据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list：查看归档内容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sdb_gui.exe：通过图形界面完成备份、还原和归档查看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筛选：扩展名、名称、大小、修改时间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扩展：RLE 压缩、密码加密、FNV-1a 校验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系统架构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命令行接口层：命令解析和参数校验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图形界面层：页签、文件选择、状态提示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业务逻辑层：扫描、筛选、备份、还原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归档格式层：二进制读写、压缩、加密、校验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文件系统适配层：Win32 API 遍历目录并处理元数据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归档格式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文件头：magic、版本、标记、创建时间、密码指纹、条目数量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条目元数据：类型、相对路径、大小、修改时间、属性、校验和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文件载荷：先压缩，再加密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还原流程：解密、解压、校验、写入、恢复元数据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安全与健壮性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禁止将备份归档放在源目录内部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还原时拒绝绝对路径、空路径、. 和 ..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默认不覆盖已有文件，需要显式 --overwrite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加密归档必须提供正确密码才能还原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校验和不匹配时停止恢复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测试结果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mingw32-make 构建通过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mingw32-make test 自动化测试通过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覆盖备份、查看、还原、筛选、空目录、错误密码、GUI 构建产物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当前测试输出：All tests passed.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548640"/>
            <a:ext cx="108204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600" b="1">
                <a:solidFill>
                  <a:srgbClr val="1F2937"/>
                </a:solidFill>
              </a:rPr>
              <a:t>项目总结</a:t>
            </a:r>
            <a:endParaRPr lang="zh-CN"/>
          </a:p>
        </p:txBody>
      </p:sp>
      <p:sp>
        <p:nvSpPr>
          <p:cNvPr id="3" name="Body"/>
          <p:cNvSpPr/>
          <p:nvPr/>
        </p:nvSpPr>
        <p:spPr>
          <a:xfrm>
            <a:off x="914400" y="1600200"/>
            <a:ext cx="10363200" cy="426720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已完成 PDF 中基础要求：目录备份和数据还原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已实现多个扩展要求：打包、压缩、加密、元数据、自定义备份、图形界面</a:t>
            </a:r>
            <a:endParaRPr lang="zh-CN"/>
          </a:p>
          <a:p>
            <a:pPr marL="342900" indent="-171450">
              <a:buChar char="•"/>
            </a:pPr>
            <a:r>
              <a:rPr lang="zh-CN" sz="2200">
                <a:solidFill>
                  <a:srgbClr val="374151"/>
                </a:solidFill>
              </a:rPr>
              <a:t>后续可扩展：增量备份、实时备份、任务进度条、网络备份</a:t>
            </a:r>
            <a:endParaRPr lang="zh-CN"/>
          </a:p>
        </p:txBody>
      </p:sp>
      <p:sp>
        <p:nvSpPr>
          <p:cNvPr id="4" name="Footer"/>
          <p:cNvSpPr/>
          <p:nvPr/>
        </p:nvSpPr>
        <p:spPr>
          <a:xfrm>
            <a:off x="914400" y="6172200"/>
            <a:ext cx="103632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</a:rPr>
              <a:t>Simple Data Backup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111827"/>
      </a:dk1>
      <a:lt1>
        <a:srgbClr val="FFFFFF"/>
      </a:lt1>
      <a:dk2>
        <a:srgbClr val="374151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Simpl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Data Backup</dc:title>
  <dc:creator>Codex</dc:creator>
  <cp:lastModifiedBy>Codex</cp:lastModifiedBy>
  <dcterms:created xsi:type="dcterms:W3CDTF">2026-07-06T00:00:00Z</dcterms:created>
  <dcterms:modified xsi:type="dcterms:W3CDTF">2026-07-06T00:00:00Z</dcterms:modified>
</cp:coreProperties>
</file>
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14600"/>
            <a:ext cx="103628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200" b="1">
                <a:solidFill>
                  <a:srgbClr val="1565C0"/>
                </a:solidFill>
                <a:latin typeface="Microsoft YaHei"/>
                <a:ea typeface="Microsoft YaHei"/>
              </a:rPr>
              <a:t>数据备份软件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11880"/>
            <a:ext cx="103628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1B1B1B"/>
                </a:solidFill>
                <a:latin typeface="Microsoft YaHei"/>
                <a:ea typeface="Microsoft YaHei"/>
              </a:rPr>
              <a:t>软件开发综合实验 · 实验成果答辩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92040"/>
            <a:ext cx="103628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</a:rPr>
              <a:t>电子科技大学 · 信息与软件工程学院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备份小组</a:t>
            </a:r>
          </a:p>
          <a:p>
            <a:pPr algn="ctr"/>
            <a:r>
              <a:rPr sz="1600" b="0">
                <a:solidFill>
                  <a:srgbClr val="D5E4F7"/>
                </a:solidFill>
                <a:latin typeface="Microsoft YaHei"/>
                <a:ea typeface="Microsoft YaHei"/>
              </a:rPr>
              <a:t>Qt 5 图形界面 + 纯 C++ 后端核心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28016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5855" cy="1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4543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B1B1B"/>
                </a:solidFill>
                <a:latin typeface="Microsoft YaHei"/>
                <a:ea typeface="Microsoft YaHei"/>
              </a:rPr>
              <a:t>▸ 实验目标与功能范围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B1B1B"/>
                </a:solidFill>
                <a:latin typeface="Microsoft YaHei"/>
                <a:ea typeface="Microsoft YaHei"/>
              </a:rPr>
              <a:t>▸ 系统架构：分层 + 前后端解耦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B1B1B"/>
                </a:solidFill>
                <a:latin typeface="Microsoft YaHei"/>
                <a:ea typeface="Microsoft YaHei"/>
              </a:rPr>
              <a:t>▸ UML 建模：用例 / 类 / 顺序 / 状态 / 构件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B1B1B"/>
                </a:solidFill>
                <a:latin typeface="Microsoft YaHei"/>
                <a:ea typeface="Microsoft YaHei"/>
              </a:rPr>
              <a:t>▸ 图形界面展示：备份 / 筛选 / 还原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B1B1B"/>
                </a:solidFill>
                <a:latin typeface="Microsoft YaHei"/>
                <a:ea typeface="Microsoft YaHei"/>
              </a:rPr>
              <a:t>▸ 测试验证与实验结论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B1B1B"/>
                </a:solidFill>
                <a:latin typeface="Microsoft YaHei"/>
                <a:ea typeface="Microsoft YaHei"/>
              </a:rPr>
              <a:t>▸ 团队分工与 AI 辅助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28016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  <a:latin typeface="Microsoft YaHei"/>
                <a:ea typeface="Microsoft YaHei"/>
              </a:rPr>
              <a:t>一、实验目标与功能范围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5855" cy="1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4543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B1B1B"/>
                </a:solidFill>
                <a:latin typeface="Microsoft YaHei"/>
                <a:ea typeface="Microsoft YaHei"/>
              </a:rPr>
              <a:t>▸ 基本要求（已完成）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备份：将目录树中的文件备份到指定位置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还原：从 .pbackup 备份包还原到指定位置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B1B1B"/>
                </a:solidFill>
                <a:latin typeface="Microsoft YaHei"/>
                <a:ea typeface="Microsoft YaHei"/>
              </a:rPr>
              <a:t>▸ 本组选做的扩展功能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文件类型支持：普通文件 / 目录 / 符号链接 / 硬链接 / Junction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元数据保留：大小、属性、时间戳、所有者 SID、ACL 摘要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自定义筛选：路径、类型、名称、时间、尺寸、用户六类条件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打包与压缩：单一 .pbackup 归档 + 自研哈夫曼编码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加密解密：Windows CNG 的 AES-256-GCM + PBKDF2-SHA256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图形界面：Qt 5 实现，清晰易读、全流程自动、零技术门槛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28016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  <a:latin typeface="Microsoft YaHei"/>
                <a:ea typeface="Microsoft YaHei"/>
              </a:rPr>
              <a:t>二、系统架构：分层 + 前后端解耦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5855" cy="1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4543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B1B1B"/>
                </a:solidFill>
                <a:latin typeface="Microsoft YaHei"/>
                <a:ea typeface="Microsoft YaHei"/>
              </a:rPr>
              <a:t>▸ 表示层（Qt GUI）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MainWindow / BackupTab / FilterTab / RestoreTab / LogPanel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B1B1B"/>
                </a:solidFill>
                <a:latin typeface="Microsoft YaHei"/>
                <a:ea typeface="Microsoft YaHei"/>
              </a:rPr>
              <a:t>▸ 抽象契约 BackendAdapter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progress / log / finished / failed 四类异步信号回调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GUI 只依赖抽象基类，不直接依赖任何后端实现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B1B1B"/>
                </a:solidFill>
                <a:latin typeface="Microsoft YaHei"/>
                <a:ea typeface="Microsoft YaHei"/>
              </a:rPr>
              <a:t>▸ 适配层：MockBackend | RealBackend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默认 Mock 独立演示；设 BACKUP_BACKEND_MODE=real 切真实后端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B1B1B"/>
                </a:solidFill>
                <a:latin typeface="Microsoft YaHei"/>
                <a:ea typeface="Microsoft YaHei"/>
              </a:rPr>
              <a:t>▸ 核心层（纯 C++，不依赖 Qt）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BackupTask / RestoreTask / Scanner / 归档 / 哈夫曼 / CNG 加密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28016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  <a:latin typeface="Microsoft YaHei"/>
                <a:ea typeface="Microsoft YaHei"/>
              </a:rPr>
              <a:t>三、用例图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5855" cy="1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用例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718" y="1234440"/>
            <a:ext cx="6884259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</a:rPr>
              <a:t>个人用户的核心用例：创建备份、还原备份、设置筛选、查看进度日志、取消任务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28016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  <a:latin typeface="Microsoft YaHei"/>
                <a:ea typeface="Microsoft YaHei"/>
              </a:rPr>
              <a:t>三、类图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5855" cy="1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类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338" y="1234440"/>
            <a:ext cx="5439018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</a:rPr>
              <a:t>MainWindow 组合 QTabWidget / LogPanel / BackendAdapter；RealBackend 调用 core::BackupTask 与 RestoreTask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28016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  <a:latin typeface="Microsoft YaHei"/>
                <a:ea typeface="Microsoft YaHei"/>
              </a:rPr>
              <a:t>三、顺序图：创建备份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5855" cy="1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顺序图_创建备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884" y="1234440"/>
            <a:ext cx="5277926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</a:rPr>
              <a:t>从选参数到备份包落盘的完整交互；后端在工作线程执行，跨线程信号安全回调主线程更新界面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28016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  <a:latin typeface="Microsoft YaHei"/>
                <a:ea typeface="Microsoft YaHei"/>
              </a:rPr>
              <a:t>三、状态图：备份任务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5855" cy="1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状态图_备份任务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987" y="1234440"/>
            <a:ext cx="2953721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</a:rPr>
              <a:t>Idle → Running（扫描/过滤/写入/校验）→ Done / Failed / Cancelled → Idle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28016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  <a:latin typeface="Microsoft YaHei"/>
                <a:ea typeface="Microsoft YaHei"/>
              </a:rPr>
              <a:t>三、构件图：物理体系结构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5855" cy="1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构件图_物理体系结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644" y="1234440"/>
            <a:ext cx="4446406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</a:rPr>
              <a:t>可执行体、Qt 运行库、平台插件与 .pbackup 归档之间的部署与依赖关系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28016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  <a:latin typeface="Microsoft YaHei"/>
                <a:ea typeface="Microsoft YaHei"/>
              </a:rPr>
              <a:t>四、界面展示：① 备份页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5855" cy="1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备份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029" y="1234440"/>
            <a:ext cx="4849637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</a:rPr>
              <a:t>选择源目录与备份包路径，可选哈夫曼压缩与 AES-256 加密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28016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  <a:latin typeface="Microsoft YaHei"/>
                <a:ea typeface="Microsoft YaHei"/>
              </a:rPr>
              <a:t>四、界面展示：② 筛选页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5855" cy="1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筛选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029" y="1234440"/>
            <a:ext cx="4849637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</a:rPr>
              <a:t>路径、名称、类型、大小、修改时间、所有者六类条件，任一留空即不过滤（逻辑 AND）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28016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  <a:latin typeface="Microsoft YaHei"/>
                <a:ea typeface="Microsoft YaHei"/>
              </a:rPr>
              <a:t>四、界面展示：③ 还原页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5855" cy="1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还原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029" y="1234440"/>
            <a:ext cx="4849637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</a:rPr>
              <a:t>选择 .pbackup 备份包与目标目录，按需填写口令并选择是否覆盖已存在文件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28016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  <a:latin typeface="Microsoft YaHei"/>
                <a:ea typeface="Microsoft YaHei"/>
              </a:rPr>
              <a:t>五、测试验证与实验结论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5855" cy="1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4543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B1B1B"/>
                </a:solidFill>
                <a:latin typeface="Microsoft YaHei"/>
                <a:ea typeface="Microsoft YaHei"/>
              </a:rPr>
              <a:t>▸ 自动化测试：CTest 共 43 项，100% 通过，0 失败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40 项 core 单元测试：哈夫曼、CNG 加密、筛选、归档、扫描、元数据等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2 项真实后端 smoke test：工厂切换与真实备份→还原闭环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1 项 GUI 信号 smoke test：进度与日志信号更新界面控件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2 项符号链接用例因 Windows 权限限制跳过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B1B1B"/>
                </a:solidFill>
                <a:latin typeface="Microsoft YaHei"/>
                <a:ea typeface="Microsoft YaHei"/>
              </a:rPr>
              <a:t>▸ 工程验证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MSVC 19.44 + Qt 5.15.2 + Ninja 全量构建通过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经 windeployqt 打包，全新目录解压双击即运行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B1B1B"/>
                </a:solidFill>
                <a:latin typeface="Microsoft YaHei"/>
                <a:ea typeface="Microsoft YaHei"/>
              </a:rPr>
              <a:t>▸ 结论：前端、真实后端核心与前后端桥接均已完成并通过验证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28016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  <a:latin typeface="Microsoft YaHei"/>
                <a:ea typeface="Microsoft YaHei"/>
              </a:rPr>
              <a:t>六、团队分工与 AI 辅助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5855" cy="1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4543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B1B1B"/>
                </a:solidFill>
                <a:latin typeface="Microsoft YaHei"/>
                <a:ea typeface="Microsoft YaHei"/>
              </a:rPr>
              <a:t>▸ 成员分工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项目经理：需求分析、总体设计、进度控制、文档汇总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开发员：后端核心（打包 / 压缩 / 加密 / 遍历）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开发员：前端 GUI 与软件测试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B1B1B"/>
                </a:solidFill>
                <a:latin typeface="Microsoft YaHei"/>
                <a:ea typeface="Microsoft YaHei"/>
              </a:rPr>
              <a:t>▸ AI 辅助工具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Claude Code：前端 Qt 代码、CMake、构建排错、文档撰写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Microsoft YaHei"/>
                <a:ea typeface="Microsoft YaHei"/>
              </a:rPr>
              <a:t>· GPT / Codex：后端核心实现、真实后端桥接、测试补齐、事实核对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B1B1B"/>
                </a:solidFill>
                <a:latin typeface="Microsoft YaHei"/>
                <a:ea typeface="Microsoft YaHei"/>
              </a:rPr>
              <a:t>▸ 心得：前后端契约先行，Mock 支撑并行开发；工程环境是隐性成本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</a:rP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628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D5E4F7"/>
                </a:solidFill>
                <a:latin typeface="Microsoft YaHei"/>
                <a:ea typeface="Microsoft YaHei"/>
              </a:rPr>
              <a:t>恳请老师批评指正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